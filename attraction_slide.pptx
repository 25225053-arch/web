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ヨット、滝、ハッラ山など済州南部小グループツアー</a:t>
            </a:r>
          </a:p>
        </p:txBody>
      </p:sp>
      <p:pic>
        <p:nvPicPr>
          <p:cNvPr id="3" name="Picture 2" descr="5917094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9279"/>
            <a:ext cx="5669280" cy="3779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中国・済州で1日午前0時(日本時間午後1時)から、国内で最も涼しいで爽やかな観光地を1日で体験する旅行をスタートさせたり、是非を驚かせた旅を可能にしよう!</a:t>
            </a:r>
          </a:p>
          <a:p>
            <a:pPr/>
            <a:r>
              <a:rPr sz="2000"/>
              <a:t>入学試験</a:t>
            </a:r>
          </a:p>
          <a:p>
            <a:pPr/>
            <a:r>
              <a:rPr sz="2000"/>
              <a:t>ドライバー/認定プロフェッショナル(運転)ガイド</a:t>
            </a:r>
          </a:p>
          <a:p>
            <a:pPr/>
            <a:r>
              <a:rPr sz="2000"/>
              <a:t>交通手段（ミニバン1～7またはミニバス8～15）</a:t>
            </a:r>
          </a:p>
          <a:p>
            <a:pPr/>
            <a:r>
              <a:rPr sz="2000"/>
              <a:t>ホテル送迎：済州国際空港近くの済州市内繁華街内（08：30〜09：00）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Source: https://www.booking.com/attractions/kr/prhcufsp36sy-small-group-tour-in-south-jeju-including-yacht-falls-mthalla.ja.html?selected_currency=JPY&amp;source=searchresults-product-card&amp;start_date=2026-03-04&amp;end_date=2026-03-07&amp;aid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